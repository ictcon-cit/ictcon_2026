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4465A3B-EA5E-CDFA-0656-A05F76993A74}">
          <p14:sldIdLst>
            <p14:sldId id="256"/>
            <p14:sldId id="257"/>
          </p14:sldIdLst>
        </p14:section>
        <p14:section name="Body" id="{CD9B0757-64E4-6E36-22F3-2877709ABE56}">
          <p14:sldIdLst>
            <p14:sldId id="258"/>
            <p14:sldId id="259"/>
            <p14:sldId id="260"/>
            <p14:sldId id="261"/>
          </p14:sldIdLst>
        </p14:section>
        <p14:section name="Closing" id="{E10BC28E-9663-CE30-1FF9-C162012CD3DF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B36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222B36"/>
                </a:solidFill>
                <a:latin typeface="+mn-lt"/>
              </a:rPr>
              <a:t>Accuracy (%), sample data - replace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4C9D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B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Dataset 1</c:v>
                </c:pt>
                <c:pt idx="1">
                  <c:v>Dataset 2</c:v>
                </c:pt>
                <c:pt idx="2">
                  <c:v>Dataset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66</c:v>
                </c:pt>
                <c:pt idx="2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2D-434A-B021-E98F053C44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rgbClr val="9B1C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B3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Dataset 1</c:v>
                </c:pt>
                <c:pt idx="1">
                  <c:v>Dataset 2</c:v>
                </c:pt>
                <c:pt idx="2">
                  <c:v>Dataset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</c:v>
                </c:pt>
                <c:pt idx="1">
                  <c:v>80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2D-434A-B021-E98F053C44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B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B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28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title, authors, affiliation and Paper ID / session (see the Program Schedule on the ICTCon 2026 website). Keep the title to two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Optional. Rename or remove sections to fit your paper. A short talk (about 10-15 minutes) works best with 8-10 slides at roughly 1.5-2 minutes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and your 2-3 contributions in plain language. Aim for one idea per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short. The goal is to position your contribution, not to survey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frame with one clear figure. Walk through it left to right, matching the three steps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native and editable: right-click &gt; Edit Data. The numbers are sample data only. Put the finding in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one thing you want the audience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the key references. Match the citation style used in your Springer CCIS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during Q&amp;A. Add acknowledgements or a QR code to your code/paper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1240" y="548640"/>
            <a:ext cx="164592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ICTCon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ICTCon 2026  ·  2–4 November 2026  ·  NFSU Goa Campus &amp; IIT Goa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 (state the message)</a:t>
            </a:r>
            <a:endParaRPr lang="en-US" sz="3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40080" y="1600200"/>
            <a:ext cx="1092708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Click to add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1240" y="548640"/>
            <a:ext cx="164592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ICTCon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ICTCon 2026  ·  2–4 November 2026  ·  NFSU Goa Campus &amp; IIT Goa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 (state the message)</a:t>
            </a:r>
            <a:endParaRPr lang="en-US" sz="3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6868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Left column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4652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Right column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1240" y="548640"/>
            <a:ext cx="1645920" cy="384048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ICTCon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accent6"/>
                </a:solidFill>
              </a:rPr>
              <a:t>ICTCon 2026  ·  2–4 November 2026  ·  NFSU Goa Campus &amp; IIT Goa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 (state the message)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Your Paper Title Goes Here: Keep It Informative and Within Two Lines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Author One, Author Two, Author Three</a:t>
            </a:r>
            <a:endParaRPr lang="en-US" sz="2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690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Department · Institution · City, Country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Paper ID: ___   |   Session: ___   |   Mode: In-person / Online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71323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400" b="1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34640"/>
            <a:ext cx="71323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chemeClr val="accent1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6576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Presenter name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8595360" y="1737360"/>
            <a:ext cx="283464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ICTCon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6"/>
                </a:solidFill>
              </a:rPr>
              <a:t>ICTCon 2026  ·  2–4 November 2026  ·  NFSU Goa Campus &amp; IIT Goa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7315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6"/>
                </a:solidFill>
              </a:rPr>
              <a:t>Conference contact: ictcon@iitgoa.ac.in  ·  ictcon@cit.ac.in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1.bin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5" Type="http://schemas.openxmlformats.org/officeDocument/2006/relationships/image" Target="../media/image12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.jp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E51FD28A-CED9-A660-A9DA-768584BCB0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Your Paper Title Goes Here: Keep It Informative and Within Two Lines</a:t>
            </a:r>
            <a:endParaRPr lang="en-US" sz="4000" dirty="0"/>
          </a:p>
        </p:txBody>
      </p:sp>
      <p:sp>
        <p:nvSpPr>
          <p:cNvPr id="8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Author One, Author Two, Author Three</a:t>
            </a:r>
            <a:endParaRPr lang="en-US" sz="2200" dirty="0"/>
          </a:p>
        </p:txBody>
      </p:sp>
      <p:sp>
        <p:nvSpPr>
          <p:cNvPr id="9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4069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Department · Institution · City, Country</a:t>
            </a:r>
            <a:endParaRPr lang="en-US" sz="1600" dirty="0"/>
          </a:p>
        </p:txBody>
      </p:sp>
      <p:sp>
        <p:nvSpPr>
          <p:cNvPr id="10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Paper ID: ___   |   Session: ___   |   Mode: In-person / Online</a:t>
            </a:r>
            <a:endParaRPr lang="en-US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46B50E-827B-FD4F-8D99-82A2C6E5DBA8}"/>
              </a:ext>
            </a:extLst>
          </p:cNvPr>
          <p:cNvGrpSpPr/>
          <p:nvPr/>
        </p:nvGrpSpPr>
        <p:grpSpPr>
          <a:xfrm>
            <a:off x="731520" y="5623560"/>
            <a:ext cx="10744200" cy="548640"/>
            <a:chOff x="731520" y="5623560"/>
            <a:chExt cx="10744200" cy="548640"/>
          </a:xfrm>
        </p:grpSpPr>
        <p:sp>
          <p:nvSpPr>
            <p:cNvPr id="4" name="Caption 3"/>
            <p:cNvSpPr txBox="1"/>
            <p:nvPr/>
          </p:nvSpPr>
          <p:spPr>
            <a:xfrm>
              <a:off x="731520" y="5623560"/>
              <a:ext cx="3017520" cy="548640"/>
            </a:xfrm>
            <a:prstGeom prst="roundRect">
              <a:avLst>
                <a:gd name="adj" fmla="val 20000"/>
              </a:avLst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2–4 November 2026  ·  Hybrid</a:t>
              </a:r>
              <a:endParaRPr lang="en-US" sz="1400" dirty="0"/>
            </a:p>
          </p:txBody>
        </p:sp>
        <p:sp>
          <p:nvSpPr>
            <p:cNvPr id="5" name="Caption 4"/>
            <p:cNvSpPr txBox="1"/>
            <p:nvPr/>
          </p:nvSpPr>
          <p:spPr>
            <a:xfrm>
              <a:off x="3931920" y="5623560"/>
              <a:ext cx="4937760" cy="548640"/>
            </a:xfrm>
            <a:prstGeom prst="roundRect">
              <a:avLst>
                <a:gd name="adj" fmla="val 20000"/>
              </a:avLst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IIT Goa  · </a:t>
              </a:r>
              <a:r>
                <a:rPr lang="en-US" sz="1400" dirty="0"/>
                <a:t>NFSU Goa Campus</a:t>
              </a:r>
              <a:r>
                <a:rPr lang="en-US" sz="1400" dirty="0">
                  <a:solidFill>
                    <a:schemeClr val="tx1"/>
                  </a:solidFill>
                </a:rPr>
                <a:t>  ·  CIT Kokrajhar</a:t>
              </a:r>
              <a:endParaRPr lang="en-US" sz="1400" dirty="0"/>
            </a:p>
          </p:txBody>
        </p:sp>
        <p:sp>
          <p:nvSpPr>
            <p:cNvPr id="6" name="Caption 5"/>
            <p:cNvSpPr txBox="1"/>
            <p:nvPr/>
          </p:nvSpPr>
          <p:spPr>
            <a:xfrm>
              <a:off x="9052560" y="5623560"/>
              <a:ext cx="2423160" cy="548640"/>
            </a:xfrm>
            <a:prstGeom prst="roundRect">
              <a:avLst>
                <a:gd name="adj" fmla="val 20000"/>
              </a:avLst>
            </a:prstGeom>
            <a:solidFill>
              <a:schemeClr val="bg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1300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F5FD81A-2820-0AC0-2F9F-A732E72F888B}"/>
                </a:ext>
              </a:extLst>
            </p:cNvPr>
            <p:cNvGrpSpPr/>
            <p:nvPr/>
          </p:nvGrpSpPr>
          <p:grpSpPr>
            <a:xfrm>
              <a:off x="9351939" y="5694682"/>
              <a:ext cx="1713344" cy="411035"/>
              <a:chOff x="9351939" y="5694682"/>
              <a:chExt cx="1713344" cy="411035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67D59EB-E1AC-57D2-9BEE-949CEE1B7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51939" y="5694682"/>
                <a:ext cx="1019632" cy="35315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147D108-7483-3E17-9A3F-C884FFF0B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78130" y="5694682"/>
                <a:ext cx="487153" cy="411035"/>
              </a:xfrm>
              <a:prstGeom prst="rect">
                <a:avLst/>
              </a:prstGeom>
            </p:spPr>
          </p:pic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F9D5A47-D594-84FB-614B-5EBCAD6BED3E}"/>
              </a:ext>
            </a:extLst>
          </p:cNvPr>
          <p:cNvGrpSpPr/>
          <p:nvPr/>
        </p:nvGrpSpPr>
        <p:grpSpPr>
          <a:xfrm>
            <a:off x="807720" y="233350"/>
            <a:ext cx="10576560" cy="865513"/>
            <a:chOff x="807720" y="233350"/>
            <a:chExt cx="10576560" cy="865513"/>
          </a:xfrm>
        </p:grpSpPr>
        <p:sp>
          <p:nvSpPr>
            <p:cNvPr id="3" name="Caption 2"/>
            <p:cNvSpPr txBox="1"/>
            <p:nvPr/>
          </p:nvSpPr>
          <p:spPr>
            <a:xfrm>
              <a:off x="2697480" y="640080"/>
              <a:ext cx="86868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chemeClr val="accent6"/>
                  </a:solidFill>
                </a:rPr>
                <a:t>4th International Intelligent Computing and Technologies Conference</a:t>
              </a:r>
              <a:endParaRPr lang="en-US" sz="1400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0921A7B-23B0-DFD3-BD6B-F42F7B4EB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7720" y="233350"/>
              <a:ext cx="868722" cy="86551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676857E-82D5-36EE-28F7-EADC3C624450}"/>
              </a:ext>
            </a:extLst>
          </p:cNvPr>
          <p:cNvGrpSpPr/>
          <p:nvPr/>
        </p:nvGrpSpPr>
        <p:grpSpPr>
          <a:xfrm>
            <a:off x="1242081" y="6241991"/>
            <a:ext cx="10924452" cy="592633"/>
            <a:chOff x="1242081" y="6241991"/>
            <a:chExt cx="10924452" cy="592633"/>
          </a:xfrm>
        </p:grpSpPr>
        <p:sp>
          <p:nvSpPr>
            <p:cNvPr id="2" name="Caption 1"/>
            <p:cNvSpPr txBox="1"/>
            <p:nvPr/>
          </p:nvSpPr>
          <p:spPr>
            <a:xfrm>
              <a:off x="1242081" y="6241991"/>
              <a:ext cx="1737360" cy="411480"/>
            </a:xfrm>
            <a:prstGeom prst="roundRect">
              <a:avLst>
                <a:gd name="adj" fmla="val 26667"/>
              </a:avLst>
            </a:prstGeom>
            <a:solidFill>
              <a:schemeClr val="accent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ICTCon 2026</a:t>
              </a:r>
              <a:endParaRPr lang="en-US" sz="1400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43009DE-6BD9-4413-BE01-BF3D67373CEA}"/>
                </a:ext>
              </a:extLst>
            </p:cNvPr>
            <p:cNvGrpSpPr/>
            <p:nvPr/>
          </p:nvGrpSpPr>
          <p:grpSpPr>
            <a:xfrm>
              <a:off x="4021564" y="6242971"/>
              <a:ext cx="4168536" cy="556671"/>
              <a:chOff x="4021564" y="6242971"/>
              <a:chExt cx="4168536" cy="55667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8162330-FC77-1826-863A-B32C2D6AD5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1564" y="6242971"/>
                <a:ext cx="1963023" cy="548640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F2B7E5F1-7E06-5398-4086-B2DC779B4C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6793" y="6251002"/>
                <a:ext cx="423307" cy="548640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CD142EE-869D-6D8A-98FA-84D6B5CE8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60877" y="6242971"/>
                <a:ext cx="1629625" cy="548641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FD93F1-ECB8-3021-ABBA-A4B08A677339}"/>
                </a:ext>
              </a:extLst>
            </p:cNvPr>
            <p:cNvGrpSpPr/>
            <p:nvPr/>
          </p:nvGrpSpPr>
          <p:grpSpPr>
            <a:xfrm>
              <a:off x="9153166" y="6285984"/>
              <a:ext cx="3013367" cy="548640"/>
              <a:chOff x="6132747" y="3931160"/>
              <a:chExt cx="4022524" cy="773787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98DB668-F945-21E7-7DA3-377D4EE1B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46376" y="4321705"/>
                <a:ext cx="1369809" cy="36649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EEB71B2A-06A9-3996-A80B-7A9747053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69680" y="3931160"/>
                <a:ext cx="1285591" cy="403694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BF35AF9-A93D-7BDA-8179-1214B85877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32747" y="4064247"/>
                <a:ext cx="1057452" cy="193142"/>
              </a:xfrm>
              <a:prstGeom prst="rect">
                <a:avLst/>
              </a:prstGeom>
            </p:spPr>
          </p:pic>
          <p:graphicFrame>
            <p:nvGraphicFramePr>
              <p:cNvPr id="36" name="Object 35">
                <a:extLst>
                  <a:ext uri="{FF2B5EF4-FFF2-40B4-BE49-F238E27FC236}">
                    <a16:creationId xmlns:a16="http://schemas.microsoft.com/office/drawing/2014/main" id="{722CCF25-3A63-654F-F477-9898969777C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9856426"/>
                  </p:ext>
                </p:extLst>
              </p:nvPr>
            </p:nvGraphicFramePr>
            <p:xfrm>
              <a:off x="8584559" y="4332542"/>
              <a:ext cx="1534760" cy="3724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Acrobat Document" r:id="rId13" imgW="5181369" imgH="1257030" progId="Acrobat.Document.DC">
                      <p:embed/>
                    </p:oleObj>
                  </mc:Choice>
                  <mc:Fallback>
                    <p:oleObj name="Acrobat Document" r:id="rId13" imgW="5181369" imgH="1257030" progId="Acrobat.Document.DC">
                      <p:embed/>
                      <p:pic>
                        <p:nvPicPr>
                          <p:cNvPr id="23" name="Object 22">
                            <a:extLst>
                              <a:ext uri="{FF2B5EF4-FFF2-40B4-BE49-F238E27FC236}">
                                <a16:creationId xmlns:a16="http://schemas.microsoft.com/office/drawing/2014/main" id="{7A4347C3-317B-A529-2C14-A840E24835B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8584559" y="4332542"/>
                            <a:ext cx="1534760" cy="3724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38" name="Picture 37" descr="STIHUB CIT Kokrajhar sponsor logo">
                <a:extLst>
                  <a:ext uri="{FF2B5EF4-FFF2-40B4-BE49-F238E27FC236}">
                    <a16:creationId xmlns:a16="http://schemas.microsoft.com/office/drawing/2014/main" id="{5B17D3DB-F7E5-557E-073E-54552652BA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b="33798"/>
              <a:stretch>
                <a:fillRect/>
              </a:stretch>
            </p:blipFill>
            <p:spPr>
              <a:xfrm>
                <a:off x="6209446" y="4311407"/>
                <a:ext cx="1000978" cy="376985"/>
              </a:xfrm>
              <a:prstGeom prst="rect">
                <a:avLst/>
              </a:prstGeom>
            </p:spPr>
          </p:pic>
          <p:pic>
            <p:nvPicPr>
              <p:cNvPr id="40" name="Picture 39" descr="DigitalOma sponsor logo">
                <a:extLst>
                  <a:ext uri="{FF2B5EF4-FFF2-40B4-BE49-F238E27FC236}">
                    <a16:creationId xmlns:a16="http://schemas.microsoft.com/office/drawing/2014/main" id="{290303F0-3A0B-5FD2-1AE7-83A860C190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246376" y="3993272"/>
                <a:ext cx="1623304" cy="33927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Outline</a:t>
            </a:r>
            <a:endParaRPr lang="en-US" sz="3400" dirty="0"/>
          </a:p>
        </p:txBody>
      </p:sp>
      <p:sp>
        <p:nvSpPr>
          <p:cNvPr id="3" name="Outline card 1"/>
          <p:cNvSpPr/>
          <p:nvPr/>
        </p:nvSpPr>
        <p:spPr>
          <a:xfrm>
            <a:off x="640080" y="192024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4" name="Outline number 1"/>
          <p:cNvSpPr txBox="1"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Outline label 1"/>
          <p:cNvSpPr txBox="1"/>
          <p:nvPr/>
        </p:nvSpPr>
        <p:spPr>
          <a:xfrm>
            <a:off x="86868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Motivation</a:t>
            </a:r>
            <a:endParaRPr lang="en-US" sz="2000" dirty="0"/>
          </a:p>
        </p:txBody>
      </p:sp>
      <p:sp>
        <p:nvSpPr>
          <p:cNvPr id="6" name="Outline text 1"/>
          <p:cNvSpPr txBox="1"/>
          <p:nvPr/>
        </p:nvSpPr>
        <p:spPr>
          <a:xfrm>
            <a:off x="868680" y="3566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Problem and gap</a:t>
            </a:r>
            <a:endParaRPr lang="en-US" sz="1500" dirty="0"/>
          </a:p>
        </p:txBody>
      </p:sp>
      <p:sp>
        <p:nvSpPr>
          <p:cNvPr id="7" name="Outline card 2"/>
          <p:cNvSpPr/>
          <p:nvPr/>
        </p:nvSpPr>
        <p:spPr>
          <a:xfrm>
            <a:off x="2834640" y="192024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8" name="Outline number 2"/>
          <p:cNvSpPr txBox="1"/>
          <p:nvPr/>
        </p:nvSpPr>
        <p:spPr>
          <a:xfrm>
            <a:off x="306324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Outline label 2"/>
          <p:cNvSpPr txBox="1"/>
          <p:nvPr/>
        </p:nvSpPr>
        <p:spPr>
          <a:xfrm>
            <a:off x="30632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Related Work</a:t>
            </a:r>
            <a:endParaRPr lang="en-US" sz="2000" dirty="0"/>
          </a:p>
        </p:txBody>
      </p:sp>
      <p:sp>
        <p:nvSpPr>
          <p:cNvPr id="10" name="Outline text 2"/>
          <p:cNvSpPr txBox="1"/>
          <p:nvPr/>
        </p:nvSpPr>
        <p:spPr>
          <a:xfrm>
            <a:off x="3063240" y="3566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State of the art</a:t>
            </a:r>
            <a:endParaRPr lang="en-US" sz="1500" dirty="0"/>
          </a:p>
        </p:txBody>
      </p:sp>
      <p:sp>
        <p:nvSpPr>
          <p:cNvPr id="11" name="Outline card 3"/>
          <p:cNvSpPr/>
          <p:nvPr/>
        </p:nvSpPr>
        <p:spPr>
          <a:xfrm>
            <a:off x="5029200" y="192024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2" name="Outline number 3"/>
          <p:cNvSpPr txBox="1"/>
          <p:nvPr/>
        </p:nvSpPr>
        <p:spPr>
          <a:xfrm>
            <a:off x="525780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Outline label 3"/>
          <p:cNvSpPr txBox="1"/>
          <p:nvPr/>
        </p:nvSpPr>
        <p:spPr>
          <a:xfrm>
            <a:off x="525780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Method</a:t>
            </a:r>
            <a:endParaRPr lang="en-US" sz="2000" dirty="0"/>
          </a:p>
        </p:txBody>
      </p:sp>
      <p:sp>
        <p:nvSpPr>
          <p:cNvPr id="14" name="Outline text 3"/>
          <p:cNvSpPr txBox="1"/>
          <p:nvPr/>
        </p:nvSpPr>
        <p:spPr>
          <a:xfrm>
            <a:off x="5257800" y="3566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Approach and design</a:t>
            </a:r>
            <a:endParaRPr lang="en-US" sz="1500" dirty="0"/>
          </a:p>
        </p:txBody>
      </p:sp>
      <p:sp>
        <p:nvSpPr>
          <p:cNvPr id="15" name="Outline card 4"/>
          <p:cNvSpPr/>
          <p:nvPr/>
        </p:nvSpPr>
        <p:spPr>
          <a:xfrm>
            <a:off x="7223760" y="192024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16" name="Outline number 4"/>
          <p:cNvSpPr txBox="1"/>
          <p:nvPr/>
        </p:nvSpPr>
        <p:spPr>
          <a:xfrm>
            <a:off x="745236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Outline label 4"/>
          <p:cNvSpPr txBox="1"/>
          <p:nvPr/>
        </p:nvSpPr>
        <p:spPr>
          <a:xfrm>
            <a:off x="745236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Results</a:t>
            </a:r>
            <a:endParaRPr lang="en-US" sz="2000" dirty="0"/>
          </a:p>
        </p:txBody>
      </p:sp>
      <p:sp>
        <p:nvSpPr>
          <p:cNvPr id="18" name="Outline text 4"/>
          <p:cNvSpPr txBox="1"/>
          <p:nvPr/>
        </p:nvSpPr>
        <p:spPr>
          <a:xfrm>
            <a:off x="7452360" y="3566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Evidence and analysis</a:t>
            </a:r>
            <a:endParaRPr lang="en-US" sz="1500" dirty="0"/>
          </a:p>
        </p:txBody>
      </p:sp>
      <p:sp>
        <p:nvSpPr>
          <p:cNvPr id="19" name="Outline card 5"/>
          <p:cNvSpPr/>
          <p:nvPr/>
        </p:nvSpPr>
        <p:spPr>
          <a:xfrm>
            <a:off x="9418320" y="1920240"/>
            <a:ext cx="2011680" cy="310896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/>
        </p:spPr>
      </p:sp>
      <p:sp>
        <p:nvSpPr>
          <p:cNvPr id="20" name="Outline number 5"/>
          <p:cNvSpPr txBox="1"/>
          <p:nvPr/>
        </p:nvSpPr>
        <p:spPr>
          <a:xfrm>
            <a:off x="9646920" y="21945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Outline label 5"/>
          <p:cNvSpPr txBox="1"/>
          <p:nvPr/>
        </p:nvSpPr>
        <p:spPr>
          <a:xfrm>
            <a:off x="96469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22" name="Outline text 5"/>
          <p:cNvSpPr txBox="1"/>
          <p:nvPr/>
        </p:nvSpPr>
        <p:spPr>
          <a:xfrm>
            <a:off x="9646920" y="35661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Takeaways and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B8912A-F905-6BE8-F8A3-DE90AB196C8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C149BCE0-39D9-ABE2-0FE0-8B2CC9DB7D06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F2CE7B-D955-2551-5C25-1D1A13DA0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8E308E7-84F9-320A-42A5-9C9612C36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DAE3BC-E5C4-F913-C274-24139AB37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3CF705F-E8F4-4056-C1A9-112113A86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Motivation and Contributions</a:t>
            </a:r>
            <a:endParaRPr lang="en-US" sz="3400" dirty="0"/>
          </a:p>
        </p:txBody>
      </p:sp>
      <p:sp>
        <p:nvSpPr>
          <p:cNvPr id="3" name="Left card"/>
          <p:cNvSpPr/>
          <p:nvPr/>
        </p:nvSpPr>
        <p:spPr>
          <a:xfrm>
            <a:off x="64008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Right card"/>
          <p:cNvSpPr/>
          <p:nvPr/>
        </p:nvSpPr>
        <p:spPr>
          <a:xfrm>
            <a:off x="621792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6868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challenge are you addressing?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Why does it matter?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is missing in current approaches?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4652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Our contributions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Contribution 1: one line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Contribution 2: one line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Contribution 3: one line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4EA78-91EC-9D0E-161F-140ED06CD0E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27118CE-6A67-F2FB-263E-E6AC56C7FC1A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F7C273F-B932-12D7-BB5A-72BC44DC0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503183D-1563-42D8-0A59-559660B1D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B8A8D4-C762-A769-848F-EC7BDE39E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026F20C-B5C1-DC6B-46A5-66E004B5B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Related Work</a:t>
            </a:r>
            <a:endParaRPr lang="en-US" sz="34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640080" y="1600200"/>
            <a:ext cx="109270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Group prior work into 2-3 themes, not a list of papers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Theme 1: what has been done, and its limitation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Theme 2: what has been done, and its limitation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How this work differs: one sentence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D8DD9-E098-9E00-601B-90751253FE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683449B-8A89-1A9A-A3FB-5EDE3D7CC171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C388D7-E517-9F13-D879-57BB913FE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4AC09B-2A94-8D0E-2477-F86DCCEA2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17E8C0-2CC0-088E-40C3-C986390C3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2DEE3E-269E-063F-E77F-925C80DA4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Proposed Method</a:t>
            </a:r>
            <a:endParaRPr lang="en-US" sz="3400" dirty="0"/>
          </a:p>
        </p:txBody>
      </p:sp>
      <p:sp>
        <p:nvSpPr>
          <p:cNvPr id="3" name="Diagram frame"/>
          <p:cNvSpPr/>
          <p:nvPr/>
        </p:nvSpPr>
        <p:spPr>
          <a:xfrm>
            <a:off x="640080" y="1600200"/>
            <a:ext cx="694944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4" name="Diagram prompt"/>
          <p:cNvSpPr txBox="1"/>
          <p:nvPr/>
        </p:nvSpPr>
        <p:spPr>
          <a:xfrm>
            <a:off x="822960" y="1783080"/>
            <a:ext cx="65836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6"/>
                </a:solidFill>
              </a:rPr>
              <a:t>Insert architecture / workflow diagram here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accent6"/>
                </a:solidFill>
              </a:rPr>
              <a:t>(Insert &gt; Picture)</a:t>
            </a:r>
            <a:endParaRPr lang="en-US" sz="1800" dirty="0"/>
          </a:p>
        </p:txBody>
      </p:sp>
      <p:sp>
        <p:nvSpPr>
          <p:cNvPr id="5" name="Step number 1"/>
          <p:cNvSpPr txBox="1"/>
          <p:nvPr/>
        </p:nvSpPr>
        <p:spPr>
          <a:xfrm>
            <a:off x="8001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ext 1"/>
          <p:cNvSpPr txBox="1"/>
          <p:nvPr/>
        </p:nvSpPr>
        <p:spPr>
          <a:xfrm>
            <a:off x="8732520" y="16002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Input and preprocessing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 and how it is prepared</a:t>
            </a:r>
            <a:endParaRPr lang="en-US" sz="2000" dirty="0"/>
          </a:p>
        </p:txBody>
      </p:sp>
      <p:sp>
        <p:nvSpPr>
          <p:cNvPr id="7" name="Step number 2"/>
          <p:cNvSpPr txBox="1"/>
          <p:nvPr/>
        </p:nvSpPr>
        <p:spPr>
          <a:xfrm>
            <a:off x="800100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Step text 2"/>
          <p:cNvSpPr txBox="1"/>
          <p:nvPr/>
        </p:nvSpPr>
        <p:spPr>
          <a:xfrm>
            <a:off x="873252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model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 is new in your approach</a:t>
            </a:r>
            <a:endParaRPr lang="en-US" sz="2000" dirty="0"/>
          </a:p>
        </p:txBody>
      </p:sp>
      <p:sp>
        <p:nvSpPr>
          <p:cNvPr id="9" name="Step number 3"/>
          <p:cNvSpPr txBox="1"/>
          <p:nvPr/>
        </p:nvSpPr>
        <p:spPr>
          <a:xfrm>
            <a:off x="800100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Step text 3"/>
          <p:cNvSpPr txBox="1"/>
          <p:nvPr/>
        </p:nvSpPr>
        <p:spPr>
          <a:xfrm>
            <a:off x="8732520" y="46177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Evaluation setup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Metrics, baselines, environment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FA64E5-DA0F-58B5-E335-803C1D9279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C138009-82C3-27F0-FD06-711E4CCE5CC0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95119DD-D493-1427-C35F-A2563C8F5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F7FCC2B-631B-6020-74BB-C05EE38CA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DD49DF5-E0F5-D101-573C-CC1CE554B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7910749-B8A7-496F-B803-0C919D169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Results: Proposed vs Baselines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00200"/>
          <a:ext cx="62179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 card 1"/>
          <p:cNvSpPr/>
          <p:nvPr/>
        </p:nvSpPr>
        <p:spPr>
          <a:xfrm>
            <a:off x="7223760" y="160020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Stat value 1"/>
          <p:cNvSpPr txBox="1"/>
          <p:nvPr/>
        </p:nvSpPr>
        <p:spPr>
          <a:xfrm>
            <a:off x="7452360" y="16002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+XX%</a:t>
            </a:r>
            <a:endParaRPr lang="en-US" sz="4000" dirty="0"/>
          </a:p>
        </p:txBody>
      </p:sp>
      <p:sp>
        <p:nvSpPr>
          <p:cNvPr id="6" name="Stat label 1"/>
          <p:cNvSpPr txBox="1"/>
          <p:nvPr/>
        </p:nvSpPr>
        <p:spPr>
          <a:xfrm>
            <a:off x="9235440" y="160020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 gain over the best baseline</a:t>
            </a:r>
            <a:endParaRPr lang="en-US" sz="1600" dirty="0"/>
          </a:p>
        </p:txBody>
      </p:sp>
      <p:sp>
        <p:nvSpPr>
          <p:cNvPr id="7" name="Stat card 2"/>
          <p:cNvSpPr/>
          <p:nvPr/>
        </p:nvSpPr>
        <p:spPr>
          <a:xfrm>
            <a:off x="7223760" y="324612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Stat value 2"/>
          <p:cNvSpPr txBox="1"/>
          <p:nvPr/>
        </p:nvSpPr>
        <p:spPr>
          <a:xfrm>
            <a:off x="7452360" y="324612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X×</a:t>
            </a:r>
            <a:endParaRPr lang="en-US" sz="4000" dirty="0"/>
          </a:p>
        </p:txBody>
      </p:sp>
      <p:sp>
        <p:nvSpPr>
          <p:cNvPr id="9" name="Stat label 2"/>
          <p:cNvSpPr txBox="1"/>
          <p:nvPr/>
        </p:nvSpPr>
        <p:spPr>
          <a:xfrm>
            <a:off x="9235440" y="324612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Faster inference or lower cost</a:t>
            </a:r>
            <a:endParaRPr lang="en-US" sz="1600" dirty="0"/>
          </a:p>
        </p:txBody>
      </p:sp>
      <p:sp>
        <p:nvSpPr>
          <p:cNvPr id="10" name="Setup notes"/>
          <p:cNvSpPr txBox="1"/>
          <p:nvPr/>
        </p:nvSpPr>
        <p:spPr>
          <a:xfrm>
            <a:off x="7223760" y="4937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Setup: datasets, metrics, hardware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Compared against: baselines / state of the 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6343C2-B7E1-5CDA-60FF-CEB3D23B8C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E0619DF-6053-4064-F856-86AB994E1D18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63BE1D-6983-F9C8-2610-C656294C9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585ABDF-6A3B-AAD8-7356-95E365D82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F8C5C3E-B732-432F-3268-8C9843AA3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1C2533-5999-4D2F-8AF4-C066A5F6E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 and Future Work</a:t>
            </a:r>
            <a:endParaRPr lang="en-US" sz="3400" dirty="0"/>
          </a:p>
        </p:txBody>
      </p:sp>
      <p:sp>
        <p:nvSpPr>
          <p:cNvPr id="3" name="Left card"/>
          <p:cNvSpPr/>
          <p:nvPr/>
        </p:nvSpPr>
        <p:spPr>
          <a:xfrm>
            <a:off x="64008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Right card"/>
          <p:cNvSpPr/>
          <p:nvPr/>
        </p:nvSpPr>
        <p:spPr>
          <a:xfrm>
            <a:off x="6217920" y="1600200"/>
            <a:ext cx="53492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6868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Key takeaways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Takeaway 1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Takeaway 2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Takeaway 3</a:t>
            </a:r>
            <a:endParaRPr lang="en-US" sz="2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6446520" y="1783080"/>
            <a:ext cx="4892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Future work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Limitation to address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Extension or new application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Open question for discussion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61EA83-EAAB-0C11-D190-623D8E1065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D879ABE-3988-1818-126A-8B3035B56ACD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793FCD-E8D0-E523-9881-C410BCCBE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D955F5E-3BC8-DE52-3293-F2DC9749B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E443365-06EA-5C1E-4473-305741ABB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03865B4-95FA-4B6D-3939-FD28CE98E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40080" y="41148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640080" y="1600200"/>
            <a:ext cx="109270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Surname, A., Surname, B.: Title of the paper. In: Proceedings Name, pp. 1–10. Publisher (Year)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Surname, A., Surname, B.: Title of the paper. In: Proceedings Name, pp. 1–10. Publisher (Year)</a:t>
            </a:r>
            <a:endParaRPr lang="en-US" sz="20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Surname, A., Surname, B.: Title of the paper. In: Proceedings Name, pp. 1–10. Publisher (Year)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55080"/>
            <a:ext cx="9601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8FBC5-63D6-3398-C72E-7EEB12C3C2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327073" y="0"/>
            <a:ext cx="6858000" cy="6858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981B5FD-F078-C0B7-5678-BA8FC677A165}"/>
              </a:ext>
            </a:extLst>
          </p:cNvPr>
          <p:cNvGrpSpPr/>
          <p:nvPr/>
        </p:nvGrpSpPr>
        <p:grpSpPr>
          <a:xfrm>
            <a:off x="46890" y="6300375"/>
            <a:ext cx="2706858" cy="556948"/>
            <a:chOff x="46890" y="6300375"/>
            <a:chExt cx="2706858" cy="5569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9E0D8F0-38AF-5567-2F97-8DF0C6AC2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90" y="6300375"/>
              <a:ext cx="526140" cy="52419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A3E3D05-6D0E-E3F5-93FF-87EB3A7A2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892" y="6564705"/>
              <a:ext cx="1018247" cy="28458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F66A766-F3B5-7836-13B0-BCD78F6A3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4173" y="6572736"/>
              <a:ext cx="219575" cy="28458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75FFB0B-C0DE-4468-57D0-23D30F133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76797" y="6564706"/>
              <a:ext cx="845310" cy="284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55448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8346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1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65760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Presenter Name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name@institution.edu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Institution, City, Country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022D12-2A00-7F0D-1A4D-6165B7516B8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7971" y="1727199"/>
            <a:ext cx="2844801" cy="28448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8DBB9-85EF-9241-A9E7-F82C5CAC4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586" y="6385153"/>
            <a:ext cx="1718128" cy="459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A1370E-53E0-F712-98D7-5C3ABBE3B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8444" y="169739"/>
            <a:ext cx="2182182" cy="609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A185E6-ADE1-4F6C-B165-9D4AD8B60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81266" y="219757"/>
            <a:ext cx="404030" cy="523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E165A0-4C27-14DF-E597-461839A4D4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221" y="4661478"/>
            <a:ext cx="822517" cy="693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56CF06-6E77-6095-41E6-8F0699AB1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2781" y="5116925"/>
            <a:ext cx="1821540" cy="6308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916B67-22A0-42BC-86F5-68935AF990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0984" y="6441146"/>
            <a:ext cx="1285591" cy="4036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4027A0-07A7-5501-0D8C-58857FE8F1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9938" y="6619412"/>
            <a:ext cx="1057452" cy="193142"/>
          </a:xfrm>
          <a:prstGeom prst="rect">
            <a:avLst/>
          </a:prstGeom>
        </p:spPr>
      </p:pic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7A4347C3-317B-A529-2C14-A840E2483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28760"/>
              </p:ext>
            </p:extLst>
          </p:nvPr>
        </p:nvGraphicFramePr>
        <p:xfrm>
          <a:off x="10259160" y="6390898"/>
          <a:ext cx="1925027" cy="467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1" imgW="5181369" imgH="1257030" progId="Acrobat.Document.DC">
                  <p:embed/>
                </p:oleObj>
              </mc:Choice>
              <mc:Fallback>
                <p:oleObj name="Acrobat Document" r:id="rId11" imgW="5181369" imgH="125703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59160" y="6390898"/>
                        <a:ext cx="1925027" cy="467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F96EF606-75E3-AE29-8B59-CAEFBCAB63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376" y="209391"/>
            <a:ext cx="1575999" cy="530587"/>
          </a:xfrm>
          <a:prstGeom prst="rect">
            <a:avLst/>
          </a:prstGeom>
        </p:spPr>
      </p:pic>
      <p:pic>
        <p:nvPicPr>
          <p:cNvPr id="26" name="Picture 25" descr="STIHUB CIT Kokrajhar sponsor logo">
            <a:extLst>
              <a:ext uri="{FF2B5EF4-FFF2-40B4-BE49-F238E27FC236}">
                <a16:creationId xmlns:a16="http://schemas.microsoft.com/office/drawing/2014/main" id="{22FE4DA1-6CB4-B0EF-2D9E-4AC983EEA17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33798"/>
          <a:stretch>
            <a:fillRect/>
          </a:stretch>
        </p:blipFill>
        <p:spPr>
          <a:xfrm>
            <a:off x="7246446" y="6385154"/>
            <a:ext cx="1255510" cy="472846"/>
          </a:xfrm>
          <a:prstGeom prst="rect">
            <a:avLst/>
          </a:prstGeom>
        </p:spPr>
      </p:pic>
      <p:pic>
        <p:nvPicPr>
          <p:cNvPr id="27" name="Picture 26" descr="DigitalOma sponsor logo">
            <a:extLst>
              <a:ext uri="{FF2B5EF4-FFF2-40B4-BE49-F238E27FC236}">
                <a16:creationId xmlns:a16="http://schemas.microsoft.com/office/drawing/2014/main" id="{A388D0D5-0D42-669F-28CE-508431C026D2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97680" y="6541356"/>
            <a:ext cx="1623304" cy="3392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CTCon Clean White">
  <a:themeElements>
    <a:clrScheme name="ICTCon Clean White">
      <a:dk1>
        <a:srgbClr val="222B36"/>
      </a:dk1>
      <a:lt1>
        <a:srgbClr val="FFFFFF"/>
      </a:lt1>
      <a:dk2>
        <a:srgbClr val="222B36"/>
      </a:dk2>
      <a:lt2>
        <a:srgbClr val="F3F4F6"/>
      </a:lt2>
      <a:accent1>
        <a:srgbClr val="9B1C31"/>
      </a:accent1>
      <a:accent2>
        <a:srgbClr val="C2415D"/>
      </a:accent2>
      <a:accent3>
        <a:srgbClr val="D1D5DB"/>
      </a:accent3>
      <a:accent4>
        <a:srgbClr val="374151"/>
      </a:accent4>
      <a:accent5>
        <a:srgbClr val="2563EB"/>
      </a:accent5>
      <a:accent6>
        <a:srgbClr val="6B7280"/>
      </a:accent6>
      <a:hlink>
        <a:srgbClr val="9B1C31"/>
      </a:hlink>
      <a:folHlink>
        <a:srgbClr val="6B7280"/>
      </a:folHlink>
    </a:clrScheme>
    <a:fontScheme name="ICTCon Clean W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598</Words>
  <Application>Microsoft Office PowerPoint</Application>
  <PresentationFormat>Widescreen</PresentationFormat>
  <Paragraphs>101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ICTCon Clean White</vt:lpstr>
      <vt:lpstr>Adobe Acrobat Document</vt:lpstr>
      <vt:lpstr>Acrobat Document</vt:lpstr>
      <vt:lpstr>Your Paper Title Goes Here: Keep It Informative and Within Two Lines</vt:lpstr>
      <vt:lpstr>Outline</vt:lpstr>
      <vt:lpstr>Motivation and Contributions</vt:lpstr>
      <vt:lpstr>Related Work</vt:lpstr>
      <vt:lpstr>Proposed Method</vt:lpstr>
      <vt:lpstr>Results: Proposed vs Baselines</vt:lpstr>
      <vt:lpstr>Conclusion and Future Work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ICTCon 2026 - Presentation Template</dc:title>
  <dc:subject>4th International Intelligent Computing and Technologies Conference</dc:subject>
  <dc:creator>shitala</dc:creator>
  <cp:lastModifiedBy>shitala prasad</cp:lastModifiedBy>
  <cp:revision>5</cp:revision>
  <dcterms:created xsi:type="dcterms:W3CDTF">2026-10-13T04:26:25Z</dcterms:created>
  <dcterms:modified xsi:type="dcterms:W3CDTF">2026-10-22T05:47:31Z</dcterms:modified>
</cp:coreProperties>
</file>